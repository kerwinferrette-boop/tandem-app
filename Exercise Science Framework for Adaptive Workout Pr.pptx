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Exercise Science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Adaptive Workout Programming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Research Synthesis &amp; Database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Valyu Research | Peer-Reviewed Exercise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Autoregulation &amp; Real-Time Biometric Adaptation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Sex Differences in Training Response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Variables by Goal: Rep Ranges, Volume, Intensity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Decision Framework &amp; Program Adaptation Logic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Implementation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Research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468880" cy="1645920"/>
          </a:xfrm>
          <a:prstGeom prst="rect">
            <a:avLst>
              <a:gd name="adj" fmla="val 4444"/>
            </a:avLst>
          </a:prstGeom>
          <a:solidFill>
            <a:srgbClr val="1A4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strength gains with autoregulation vs fixed 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468880" cy="1645920"/>
          </a:xfrm>
          <a:prstGeom prst="rect">
            <a:avLst>
              <a:gd name="adj" fmla="val 4444"/>
            </a:avLst>
          </a:prstGeom>
          <a:solidFill>
            <a:srgbClr val="F9FBFA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60-70%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4612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absolute strength vs male standards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468880" cy="1645920"/>
          </a:xfrm>
          <a:prstGeom prst="rect">
            <a:avLst>
              <a:gd name="adj" fmla="val 4444"/>
            </a:avLst>
          </a:prstGeom>
          <a:solidFill>
            <a:srgbClr val="F9FBF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94360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sets per muscle for hypertrophy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provides comprehensive, peer-reviewed frameworks for programming adaptive fitness applications. Findings organized for database implementation across four primary variables: Goal, Frequency, Biological Sex, and Skill Level.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Autoregulation: The Foundation of Adaptive Training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Autoregulation Matters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Velocity-based training (VBT) produces 50% greater strength gains than fixed percentage-based training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load based on actual day-to-day readiness and fatigue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overtraining while maintaining stimulus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targets vary by goal and exercise (0.1-1.3 m/s range)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Methods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RPE-based: Scale 1-10 (RPE 8 = 2 reps in reserve)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thresholds: Stop when velocity drops below target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in Reserve (RIR): 0-4 RIR depending on goal phase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+ sleep biometrics: Modify volume/intensity based on recovery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Velocity-Based Training Targets by Goal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Goal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Concentric Velocity (m/s)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% of 1RM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Velocity Loss per Set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0.1–0.5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0.75–1.3 m/s+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Hypertrophy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822960"/>
          </a:xfrm>
          <a:prstGeom prst="rect">
            <a:avLst>
              <a:gd name="adj" fmla="val 5556"/>
            </a:avLst>
          </a:prstGeom>
          <a:solidFill>
            <a:srgbClr val="F9FBFA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Insight: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loss of 10-25% is optimal for strength development without excessive fatigue. Greater than 40% indicates proximity to failure (high fatigue).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of Perceived Exertion (RPE) Framework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RPE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Descriptor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Reps in Reserve (RIR)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When Used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Deload weeks, technique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phases, recovery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hard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Hypertrophy work, main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Maximal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blocks, heavy singles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maximum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Competition, max testing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Sex Differences in Strength Standards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 Strength as % of Male Standards by Lift Type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Upper-Body (Bench Press / Overhead Press): 50–60% of male standards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Driven by differences in upper-body muscle mass distribution and testosterone levels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Lower-Body (Squat / Deadlift): 75–85% of male standards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Greater relative strength in lower-body due to biomechanical and muscle architecture factors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Menstrual cycle phase does NOT affect training response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Current evidence shows no significant performance advantage from cycle-phase periodization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Women should use identical evidence-based periodization as men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Male Strength Standards by Bodyweight (kg 1RM)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kg Bodyweight Male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Lift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Beginner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Intermediate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kg Bodyweight Male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Lift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Beginner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Intermediate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Rate: Beginners gain 5–10 lbs/month; Intermediate 2–5 lbs/month; Advanced 5–10 lbs/year on major lifts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 Strength Standards by Bodyweight (kg 1RM)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kg Bodyweight Female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Lift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Beginner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Intermediate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kg Bodyweight Female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Lift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Beginner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Intermediate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Advanced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Women achieve lower absolute numbers due to testosterone (10-20× lower), but respond equivalently to relative training intensity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Variables by Goal: Rep Ranges &amp; Intensity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2801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Goal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Rep Range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Intensity (% 1RM)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RPE Target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Weekly Volume/Muscle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reps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Hypertrophy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reps (5–30 acceptable)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67–85%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10–20+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8–15 reps (varies)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sets + cardio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reps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Rep ranges from 5–30 produce equivalent hypertrophy when volume is equated and sets approach failure. The 6–12 'hypertrophy zone' is empirically validated but not mechanistically unique.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Volume Landmarks (Renaissance Periodization)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 (Minimum Effective Volume)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Minimum weekly volume per muscle group that produces meaningful adaptation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hypertrophy: ~10 sets per muscle per week baseline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 (Maintenance/Adaptive Volume)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Volume required to sustain adaptations without fatigue accumulation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Typically intermediate between MEV and MRV (~60% of MRV)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MRV (Maximum Recoverable Volume)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Highest volume an athlete can recover from within a microcycle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hypertrophy: often 15–20+ sets per muscle per week for advanced athletes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 Training: Resistance + Endurance Protocol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Interference Effect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training can attenuate strength/hypertrophy gains when combined with resistance 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HIIT shows greater attenuation of strength gains than MICT (moderate-intensity continuous training)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separation between sessions eliminates order-dependent interference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Recommendations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7373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frequency: ≤2x per week for minimal interference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MICT (steady-state cardio) over HIIT when combining with resistance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Resistance-first sequencing if same-session unavoidable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weekly endurance: ≤180–300 min at moderate intensity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 Rate Variability (HRV) as Recovery Monitor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HRV?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Millisecond-scale variation between heartbeats reflecting autonomic nervous system (ANS) balance. Higher HRV = parasympathetic (recovery) dominance; Low HRV = sympathetic (stress) dominance.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Implementation Rule: Always use RELATIVE HRV (compare to 7-day rolling baseline), never population norms.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is the Single Most Powerful Recovery Factor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7–9 hours nightly with consistent sleep schedule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directly impacts HRV; poor sleep collapses HRV recovery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HRV-biofeedback intervention improved sleep quality by 26% in 4 weeks (Pittsburgh PSQI p ≤0.001)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Biometric Decision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Recovery (Action: Train as planned)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stable or trending upward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7–9 hours, quality ≥75/100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Compromised Recovery (Action: Reduce volume 20–30%)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declined 5–15% from rolling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&lt;7 hours or quality 40–60/100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Keep frequency, reduce sets/reps; aggressive sleep intervention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Severe Deficit (Action: Deload or rest 1–3 days)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&gt;15% below baseline for 3+ days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&lt;5 hours or acute illness/fever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Complete rest or light activity only; HRV + sleep priority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&amp; Breaking Through Strength Plateaus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 Recognition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load produces same/lower velocity despite weeks of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 creep: same load feels progressively harder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hit target reps on prescribed 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loss exceeds normal threshold (&gt;50%)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Changes (If readiness/fatigue normal)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 range: 3–5 → 6–8 for 4 weeks, then return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movement variation (pause squat, pin squat, tempo)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volume if &lt;10–20 sets/muscle/week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frequency: 1× per week → 2× (heavy + light)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adjustments fail after 2–3 weeks: Implement deload (50% volume reduction for 1 week)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Level Progressions: Beginner → Intermediate → Advanced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463040"/>
                <a:gridCol w="23774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Level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Duration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Progression Rate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Emphasis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Frequency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lbs/mo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mastery, movement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6–36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lbs/mo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Periodization, technique variation, autoregulation intro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lbs/year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periodization (conjugate, VBT), deload strategy, plateau-breaking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athletes should deload every 3–6 weeks; use velocity-based autoregulation daily; implement periodization (linear/undulating/conjugate per sport-specific goals)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Deload Strategies: When &amp; How to Recovery Week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Reduction (Preferred for most)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Maintain intensity (% 1RM), reduce sets/reps by 50%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Allows CNS recovery while maintaining motor patterns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Intensity Reduction (Moderate fatigue)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Reduce load to 60–80% normal (RPE 5–6), reduce sets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Good for athletes carrying excessive neural fatigue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Rest (High fatigue/competition)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2–3 full rest days or light activity (walking, stretching)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Use when HRV deeply depressed or post-competition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Tiers: Adapting Exercise Selection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Gym (Baseline Stimulus)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Reference standard: barbell, cables, dumbbells, machines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Dumbbells-Only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~10–15% lower load ceiling vs barbell; greater stabilization demand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Adjustment: Add 1–2 extra sets to compensate for lower per-set volume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Machines-Only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Lower neural demand; fixed range of motion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for: isolation, hypertrophy, beginner safety; avoid for primary strength movements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Bodyweight / Minimal Equipment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established progressions (push-up variations, pistol squat progressions)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Scope: Complete vs Partial Coverage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Research Coverage (Sections 5–8)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Autoregulation methods &amp; VBT implementation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sex differences: strength standards, hormonal effects, menstrual cycle findings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variables by goal: rep ranges, intensity, volume, rest periods, RPE targets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decision frameworks: HRV, sleep, plateau detection, program adaptation logic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Coverage Requiring Specialist Sources (Sections 1–4)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× Frequency Matrix: Principles provided, but exhaustive 20-combination lookup requires Renaissance Periodization + NSCA resources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Selection Ordering: Compound-first principle supported; detailed pairing strategies need biomechanics literature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Tier Alternatives: Qualitative guidance provided; stimulus equivalencies need exercise science meta-analyses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 Progressions: Framework provided; sport-specific protocols (5/3/1, conjugate, etc.) require specialized resources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Evidence Summary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Finding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Evidence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Application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Autoregulation improves strength gains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greater gains vs fixed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 VBT or RPE-based autoregulation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 ranges 5–30 produce equal hypertrophy when volume matched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zone not mechanistically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 in rep selection; focus on volume &amp; 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is primary recovery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quality predicts HRV recovery (26% improvement in 4 weeks)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7–9 hours nightly; sleep quality ≥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menstrual cycle does NOT affect training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phase-based performance advantage (meta-analysis)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identical programming for males &amp; females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 ≤2x/week minimizes strength interference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MICT &lt; HIIT for concurrent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fat-loss cardio to 2 sessions MICT-style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1A4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Autoregulation 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VBT, RPE, or RIR-based daily load adjustment. This single framework increases strength gains by 50% vs fixed percentages.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F9FBFA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 Biometric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6517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HRV + sleep tracking to program decisions. Automate volume reductions when HRV drops &gt;10% or sleep &lt;7 hours.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3200400"/>
          </a:xfrm>
          <a:prstGeom prst="rect">
            <a:avLst>
              <a:gd name="adj" fmla="val 2857"/>
            </a:avLst>
          </a:prstGeom>
          <a:solidFill>
            <a:srgbClr val="F9FB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Sex-Differentiated Benchmarking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sex-specific strength standards for baseline assessment; identical programming by rep ranges, frequency, and periodization between sexes.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(Weeks 1–4): Database Foundation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Ingest Section 5–8 research (complete coverage) into database schema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Build autoregulation lookup tables (VBT targets, RPE thresholds, HRV decision trees)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Create sex-differentiated strength standards by skill level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(Weeks 5–8): Specialist 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Consult Renaissance Periodization + NSCA for Goal × Frequency matrix completion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Build exercise library with equipment-tier alternatives (barbell → dumbbell → machine → bodyweight)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(Weeks 9+): Live Integration &amp; Testing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Connect biometric APIs (HRV, sleep tracking, strength metrics)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Deploy adaptive program generation with real-time autoregulation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Validate against cohort (measure strength gains, compliance, recovery)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Autoregulation (velocity-based or RPE-based) produces 50% greater strength gains—prioritize this core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 is the single most powerful recovery driver; connect HRV to adaptive programming decisions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Sex-responsive training: Use identical periodization &amp; rep ranges for males/females; differ only in load percentages per strength standards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framework available for Sections 5–8; specialist consulting required for Sections 1–4 optimization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Evidence-Based. Actionable. Database-Ready.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Valyu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Science Framework for Adaptive Workout Programming Engine</dc:title>
  <dc:subject>Research Report</dc:subject>
  <dc:creator>Valyu Research</dc:creator>
  <cp:lastModifiedBy>Valyu Research</cp:lastModifiedBy>
  <cp:revision>1</cp:revision>
  <dcterms:created xsi:type="dcterms:W3CDTF">2026-06-10T05:12:43Z</dcterms:created>
  <dcterms:modified xsi:type="dcterms:W3CDTF">2026-06-10T05:12:43Z</dcterms:modified>
</cp:coreProperties>
</file>